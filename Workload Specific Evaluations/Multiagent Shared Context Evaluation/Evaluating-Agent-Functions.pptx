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129E8F"/>
                </a:solidFill>
                <a:latin typeface="Calibri"/>
              </a:rPr>
              <a:t>EVALUATING AGENT FUNCTIONS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Different personas, different metrics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900" b="0">
                <a:solidFill>
                  <a:srgbClr val="C9D6EA"/>
                </a:solidFill>
                <a:latin typeface="Calibri"/>
              </a:rPr>
              <a:t>Why the same agent looks “good” or “broken” depending on who is looking —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900" b="0">
                <a:solidFill>
                  <a:srgbClr val="C9D6EA"/>
                </a:solidFill>
                <a:latin typeface="Calibri"/>
              </a:rPr>
              <a:t>and the three cautions that keep persona dashboards from misleading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9FB2D0"/>
                </a:solidFill>
                <a:latin typeface="Calibri"/>
              </a:rPr>
              <a:t>Example: market_trends_analyst  •  Multiagent Shared Context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THE PERSONA LENS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same metric suite, four different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A metric suite inherits the blind spot of its author. This one was built by a platform mindset — great on flow, silent on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2697480" cy="457200"/>
          </a:xfrm>
          <a:prstGeom prst="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PM / Domain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6B4EC4"/>
                </a:solidFill>
                <a:latin typeface="Calibri"/>
              </a:rPr>
              <a:t>“Is the output actually good?”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Groundedness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Analysis Quality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State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2057400"/>
            <a:ext cx="269748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Application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2D6CDF"/>
                </a:solidFill>
                <a:latin typeface="Calibri"/>
              </a:rPr>
              <a:t>“Do the contracts hold?”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Handoff Completeness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Context Freshness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Context Utilization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Write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5624" y="2057400"/>
            <a:ext cx="2697480" cy="4572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Platform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“Is the substrate efficient?”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Redundancy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Context Compression (CCR)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C2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057400"/>
            <a:ext cx="2697480" cy="4572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 Ops / SRE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E08A1E"/>
                </a:solidFill>
                <a:latin typeface="Calibri"/>
              </a:rPr>
              <a:t>“Is it fast, cheap, stable?”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Read / Write Latency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Coordination Latency %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Coordination Token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06240"/>
            <a:ext cx="11201400" cy="19659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/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Rows = what “good job” means (function questions):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input fidelity  •  core task quality  •  output fidelity  •  resource efficiency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Columns = who leads on each row, and when. Same underlying scores — different projection.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1">
                <a:solidFill>
                  <a:srgbClr val="6B4EC4"/>
                </a:solidFill>
                <a:latin typeface="Calibri"/>
              </a:rPr>
              <a:t>The gap we found: the “core task quality” row was empty because no PM/domain persona was in the room when the suite was authored.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THE CATCH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Partitioning by persona helps triage — but three things bite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38528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2100" b="1">
                <a:solidFill>
                  <a:srgbClr val="1A1F2B"/>
                </a:solidFill>
                <a:latin typeface="Calibri"/>
              </a:rPr>
              <a:t>Failures hide in the seams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Green for one persona, red for another — on the same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0881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474720"/>
            <a:ext cx="640080" cy="640080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55848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2100" b="1">
                <a:solidFill>
                  <a:srgbClr val="1A1F2B"/>
                </a:solidFill>
                <a:latin typeface="Calibri"/>
              </a:rPr>
              <a:t>Same metric, different meaning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One number, several interpretations and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0881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892040"/>
            <a:ext cx="640080" cy="640080"/>
          </a:xfrm>
          <a:prstGeom prst="ellipse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73168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2100" b="1">
                <a:solidFill>
                  <a:srgbClr val="1A1F2B"/>
                </a:solidFill>
                <a:latin typeface="Calibri"/>
              </a:rPr>
              <a:t>Persona ≠ lifecycle stage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Who is looking is a different axis from when.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CAUTION 1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Failures hide in the seams between personas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116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CAUTION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2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8872" cy="141732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129E8F"/>
                </a:solidFill>
                <a:latin typeface="Calibri"/>
              </a:rPr>
              <a:t>Engineer's view: Write Accuracy = 5/5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“The output is consistent with the input it was given.”  → looks healthy.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8872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124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PM's view: Groundedness = 2/5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“The output does not match reality — the input premise was wrong.”  → broken.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5349240" cy="3931920"/>
          </a:xfrm>
          <a:prstGeom prst="roundRect">
            <a:avLst/>
          </a:prstGeom>
          <a:solidFill>
            <a:srgbClr val="F2F5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56032" tIns="256032"/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Same agent. Same turn. Two personas, opposite verdicts.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If each persona reads only their own column, nobody owns the seam — and the seam is exactly where the failure lives.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6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Personas are lenses, not owners.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Everyone gets a home dashboard, but quality gates require a cross-persona read. Partitioning improves triage; taken as strict ownership it worsens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148840"/>
            <a:ext cx="310896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CAUTION 2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same metric means different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11680" cy="38404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CAUTION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8872" cy="14173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E08A1E"/>
                </a:solidFill>
                <a:latin typeface="Calibri"/>
              </a:rPr>
              <a:t>Coordination Token %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SRE reads it as COST. Engineer reads it as context bloat / prompt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8872" cy="1417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124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Latency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Ops reads it as an SLA. PM reads it as user-perceived responsiveness.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5349240" cy="3931920"/>
          </a:xfrm>
          <a:prstGeom prst="roundRect">
            <a:avLst/>
          </a:prstGeom>
          <a:solidFill>
            <a:srgbClr val="F2F5FA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56032" tIns="256032"/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One number ≠ one meaning.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The metric is shared; the interpretation and the threshold are not.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6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E08A1E"/>
                </a:solidFill>
                <a:latin typeface="Calibri"/>
              </a:rPr>
              <a:t>A persona view = metric + interpretation + threshold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…not just a filtered column list. Don’t assume a shared definition just because you share a column header.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148840"/>
            <a:ext cx="3108960" cy="38404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CAUTION 3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Persona is a different axis from lifecycle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11680" cy="38404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CAUTION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8872" cy="1417320"/>
          </a:xfrm>
          <a:prstGeom prst="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6B4EC4"/>
                </a:solidFill>
                <a:latin typeface="Calibri"/>
              </a:rPr>
              <a:t>WHO  (persona)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PM / Domain • App Engineer • Platform • SRE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8872" cy="1417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124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WHEN  (stage)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Design • Code • Deploy • Operate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5349240" cy="3931920"/>
          </a:xfrm>
          <a:prstGeom prst="roundRect">
            <a:avLst/>
          </a:prstGeom>
          <a:solidFill>
            <a:srgbClr val="F2F5FA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56032" tIns="256032"/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They correlate — but they are not the same axis.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Groundedness is not “design-only.” It is a design-time gate AND a production canary (e.g. drift after a model swap).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6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6B4EC4"/>
                </a:solidFill>
                <a:latin typeface="Calibri"/>
              </a:rPr>
              <a:t>Keep two axes: who + when.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The same metric recurs at multiple stages with different urgency. Collapsing the axes makes coverage look complete when it isn’t.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148840"/>
            <a:ext cx="3108960" cy="38404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So what do you do with this?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743200" cy="54864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1965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Give every persona a home dashboard.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Faster triage — SRE sees latency, PM sees quality, no wading.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91693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Gate releases on a cross-persona read.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The dangerous failures live in the seams; require more than one lens to pass.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1421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4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Tag each metric with {persona, stage}.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Same judge scores, rendered as different projections. Two axes, not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11149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7492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Treat “good job” as a definition you sharpen.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Measure → find the empty row → add the missing persona’s metric → re-run.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